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11606" r:id="rId5"/>
  </p:sldIdLst>
  <p:sldSz cx="18288000" cy="10287000"/>
  <p:notesSz cx="6858000" cy="9144000"/>
  <p:embeddedFontLst>
    <p:embeddedFont>
      <p:font typeface="Montserrat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6D"/>
    <a:srgbClr val="08428C"/>
    <a:srgbClr val="E9EEF2"/>
    <a:srgbClr val="43CEFF"/>
    <a:srgbClr val="D3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ADE4D-10C3-47C0-94E1-CA226D9F0633}" v="20" dt="2025-07-24T09:53:29.547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>
        <p:scale>
          <a:sx n="90" d="100"/>
          <a:sy n="90" d="100"/>
        </p:scale>
        <p:origin x="5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5E108-0DD1-475C-8568-2B9ABDE2246D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7D637-CF7B-45AC-A4F1-323A68A3409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12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D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167F21-0A33-4581-A675-0B163610BFA5}"/>
              </a:ext>
            </a:extLst>
          </p:cNvPr>
          <p:cNvSpPr/>
          <p:nvPr userDrawn="1"/>
        </p:nvSpPr>
        <p:spPr>
          <a:xfrm>
            <a:off x="-1" y="0"/>
            <a:ext cx="7013864" cy="10287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B52B7-24E5-4C2F-B755-35C61C311DAD}"/>
              </a:ext>
            </a:extLst>
          </p:cNvPr>
          <p:cNvSpPr txBox="1"/>
          <p:nvPr userDrawn="1"/>
        </p:nvSpPr>
        <p:spPr>
          <a:xfrm>
            <a:off x="17333674" y="9384520"/>
            <a:ext cx="315791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F29A7B74-24C6-4C1D-AC24-988B454BF4AA}" type="slidenum">
              <a:rPr lang="fr-FR" sz="1350" noProof="0" smtClean="0">
                <a:solidFill>
                  <a:schemeClr val="tx1"/>
                </a:solidFill>
              </a:rPr>
              <a:pPr algn="r"/>
              <a:t>‹N°›</a:t>
            </a:fld>
            <a:endParaRPr lang="fr-FR" sz="1350" noProof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2E5A9E-E516-48DA-B76A-4B17CC6B14DC}"/>
              </a:ext>
            </a:extLst>
          </p:cNvPr>
          <p:cNvCxnSpPr>
            <a:cxnSpLocks/>
          </p:cNvCxnSpPr>
          <p:nvPr userDrawn="1"/>
        </p:nvCxnSpPr>
        <p:spPr>
          <a:xfrm>
            <a:off x="17802000" y="9488391"/>
            <a:ext cx="486000" cy="0"/>
          </a:xfrm>
          <a:prstGeom prst="line">
            <a:avLst/>
          </a:prstGeom>
          <a:ln cap="flat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09DBBA-1389-40AE-89C8-E26343DBF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3534" y="1119655"/>
            <a:ext cx="3672000" cy="108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600" b="1">
                <a:solidFill>
                  <a:srgbClr val="08428C"/>
                </a:solidFill>
              </a:defRPr>
            </a:lvl1pPr>
          </a:lstStyle>
          <a:p>
            <a:r>
              <a:rPr lang="fr-FR" noProof="0"/>
              <a:t>Titre de slide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88BFA006-BF34-46C7-BE62-5F1140C70AF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583535" y="3669201"/>
            <a:ext cx="4860000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8E1AB1C3-1871-43F3-A747-04CE5CE01289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1583534" y="5277489"/>
            <a:ext cx="4859999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0D63909B-2519-411F-954F-FA8271A6804D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1583534" y="6897101"/>
            <a:ext cx="4860000" cy="178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110" name="Picture Placeholder 42">
            <a:extLst>
              <a:ext uri="{FF2B5EF4-FFF2-40B4-BE49-F238E27FC236}">
                <a16:creationId xmlns:a16="http://schemas.microsoft.com/office/drawing/2014/main" id="{0484F7F3-F1EA-4E54-AE5E-BD5EDB3EF8FE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4934197" y="1012622"/>
            <a:ext cx="1609832" cy="1296000"/>
          </a:xfrm>
          <a:custGeom>
            <a:avLst/>
            <a:gdLst>
              <a:gd name="connsiteX0" fmla="*/ 0 w 1897718"/>
              <a:gd name="connsiteY0" fmla="*/ 0 h 1527765"/>
              <a:gd name="connsiteX1" fmla="*/ 1134366 w 1897718"/>
              <a:gd name="connsiteY1" fmla="*/ 0 h 1527765"/>
              <a:gd name="connsiteX2" fmla="*/ 1882736 w 1897718"/>
              <a:gd name="connsiteY2" fmla="*/ 609887 h 1527765"/>
              <a:gd name="connsiteX3" fmla="*/ 1897718 w 1897718"/>
              <a:gd name="connsiteY3" fmla="*/ 758621 h 1527765"/>
              <a:gd name="connsiteX4" fmla="*/ 1897718 w 1897718"/>
              <a:gd name="connsiteY4" fmla="*/ 769144 h 1527765"/>
              <a:gd name="connsiteX5" fmla="*/ 1882736 w 1897718"/>
              <a:gd name="connsiteY5" fmla="*/ 917879 h 1527765"/>
              <a:gd name="connsiteX6" fmla="*/ 1134366 w 1897718"/>
              <a:gd name="connsiteY6" fmla="*/ 1527765 h 1527765"/>
              <a:gd name="connsiteX7" fmla="*/ 813535 w 1897718"/>
              <a:gd name="connsiteY7" fmla="*/ 1527765 h 152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7718" h="1527765">
                <a:moveTo>
                  <a:pt x="0" y="0"/>
                </a:moveTo>
                <a:lnTo>
                  <a:pt x="1134366" y="0"/>
                </a:lnTo>
                <a:cubicBezTo>
                  <a:pt x="1503655" y="0"/>
                  <a:pt x="1811536" y="261720"/>
                  <a:pt x="1882736" y="609887"/>
                </a:cubicBezTo>
                <a:lnTo>
                  <a:pt x="1897718" y="758621"/>
                </a:lnTo>
                <a:lnTo>
                  <a:pt x="1897718" y="769144"/>
                </a:lnTo>
                <a:lnTo>
                  <a:pt x="1882736" y="917879"/>
                </a:lnTo>
                <a:cubicBezTo>
                  <a:pt x="1811536" y="1266046"/>
                  <a:pt x="1503655" y="1527765"/>
                  <a:pt x="1134366" y="1527765"/>
                </a:cubicBezTo>
                <a:lnTo>
                  <a:pt x="813535" y="152776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 lIns="36000" tIns="108000" rIns="36000" bIns="108000">
            <a:noAutofit/>
          </a:bodyPr>
          <a:lstStyle>
            <a:lvl1pPr marL="0" indent="0" algn="ctr">
              <a:buNone/>
              <a:defRPr sz="1800" b="0" i="1">
                <a:solidFill>
                  <a:schemeClr val="accent3"/>
                </a:solidFill>
              </a:defRPr>
            </a:lvl1pPr>
          </a:lstStyle>
          <a:p>
            <a:r>
              <a:rPr lang="fr-FR" noProof="0"/>
              <a:t>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95A38A1-E81B-A124-7A12-F620840485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05473" y="1070559"/>
            <a:ext cx="92985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Compétences clés</a:t>
            </a:r>
          </a:p>
        </p:txBody>
      </p:sp>
      <p:pic>
        <p:nvPicPr>
          <p:cNvPr id="14" name="Image 13" descr="Une image contenant Graphique, symbole&#10;&#10;Description générée automatiquement">
            <a:extLst>
              <a:ext uri="{FF2B5EF4-FFF2-40B4-BE49-F238E27FC236}">
                <a16:creationId xmlns:a16="http://schemas.microsoft.com/office/drawing/2014/main" id="{9846829F-7575-220F-1DB6-68AA9E5B7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9" y="369381"/>
            <a:ext cx="625758" cy="534243"/>
          </a:xfrm>
          <a:prstGeom prst="rect">
            <a:avLst/>
          </a:prstGeom>
        </p:spPr>
      </p:pic>
      <p:pic>
        <p:nvPicPr>
          <p:cNvPr id="16" name="Image 15" descr="Une image contenant Police, texte, logo, Graphique&#10;&#10;Description générée automatiquement">
            <a:extLst>
              <a:ext uri="{FF2B5EF4-FFF2-40B4-BE49-F238E27FC236}">
                <a16:creationId xmlns:a16="http://schemas.microsoft.com/office/drawing/2014/main" id="{E250371E-0B7A-763E-8146-30E47D0420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45" b="26005"/>
          <a:stretch/>
        </p:blipFill>
        <p:spPr>
          <a:xfrm>
            <a:off x="15132115" y="389385"/>
            <a:ext cx="3155888" cy="514239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0D63AAA-660E-C40A-5A90-4196F0EEC47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583534" y="4870182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Outils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BE9AACB-C4B5-5EB7-191B-B95E73C3E0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583534" y="6496440"/>
            <a:ext cx="486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800" b="1">
                <a:solidFill>
                  <a:srgbClr val="002A6D"/>
                </a:solidFill>
              </a:defRPr>
            </a:lvl1pPr>
          </a:lstStyle>
          <a:p>
            <a:pPr lvl="0"/>
            <a:r>
              <a:rPr lang="fr-FR" noProof="0"/>
              <a:t>Savoir faire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207E1BA0-6428-A883-E4C1-5136C9564D7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7419051" y="1471860"/>
            <a:ext cx="9298524" cy="81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4B7FF1B-2A52-17E8-D44F-953498DF2ED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583405" y="3262464"/>
            <a:ext cx="4860131" cy="370797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002A6D"/>
                </a:solidFill>
              </a:defRPr>
            </a:lvl1pPr>
            <a:lvl2pPr>
              <a:defRPr sz="1800" b="1">
                <a:solidFill>
                  <a:srgbClr val="002A6D"/>
                </a:solidFill>
              </a:defRPr>
            </a:lvl2pPr>
            <a:lvl3pPr>
              <a:defRPr sz="1800" b="1">
                <a:solidFill>
                  <a:srgbClr val="002A6D"/>
                </a:solidFill>
              </a:defRPr>
            </a:lvl3pPr>
            <a:lvl4pPr>
              <a:defRPr sz="1800" b="1">
                <a:solidFill>
                  <a:srgbClr val="002A6D"/>
                </a:solidFill>
              </a:defRPr>
            </a:lvl4pPr>
            <a:lvl5pPr>
              <a:defRPr sz="1800" b="1">
                <a:solidFill>
                  <a:srgbClr val="002A6D"/>
                </a:solidFill>
              </a:defRPr>
            </a:lvl5pPr>
          </a:lstStyle>
          <a:p>
            <a:pPr lvl="0"/>
            <a:r>
              <a:rPr lang="fr-FR"/>
              <a:t>Formation</a:t>
            </a:r>
          </a:p>
        </p:txBody>
      </p:sp>
    </p:spTree>
    <p:extLst>
      <p:ext uri="{BB962C8B-B14F-4D97-AF65-F5344CB8AC3E}">
        <p14:creationId xmlns:p14="http://schemas.microsoft.com/office/powerpoint/2010/main" val="269786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4FFB-8EF2-5AFD-D824-34E8AEFC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57C653-9F9C-4DA7-A674-55FB130512D9}"/>
              </a:ext>
            </a:extLst>
          </p:cNvPr>
          <p:cNvSpPr/>
          <p:nvPr/>
        </p:nvSpPr>
        <p:spPr>
          <a:xfrm>
            <a:off x="0" y="0"/>
            <a:ext cx="6025416" cy="10287000"/>
          </a:xfrm>
          <a:prstGeom prst="rect">
            <a:avLst/>
          </a:prstGeom>
          <a:solidFill>
            <a:srgbClr val="0842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7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8B41FA-34C6-4572-B2EC-7B5F388D0D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0599" y="3020815"/>
            <a:ext cx="5784217" cy="2206191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BD4D85-21A1-2A65-C690-1BFD7E24AEF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41199" y="5230037"/>
            <a:ext cx="4859999" cy="2349182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3A0FE2-5845-8D12-8D37-7FA74EC069A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41199" y="7592902"/>
            <a:ext cx="4860000" cy="2206191"/>
          </a:xfrm>
        </p:spPr>
        <p:txBody>
          <a:bodyPr/>
          <a:lstStyle/>
          <a:p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FB6A9D1-342A-0A58-FDF0-5388674B700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741548" y="476108"/>
            <a:ext cx="9298524" cy="369332"/>
          </a:xfrm>
        </p:spPr>
        <p:txBody>
          <a:bodyPr/>
          <a:lstStyle/>
          <a:p>
            <a:r>
              <a:rPr lang="fr-FR" dirty="0"/>
              <a:t>COMPETENCES CLÉS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78CE8FF-1A37-590C-3C6D-16E3A8BB53F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124921" y="1046527"/>
            <a:ext cx="10921880" cy="1272847"/>
          </a:xfrm>
        </p:spPr>
        <p:txBody>
          <a:bodyPr>
            <a:noAutofit/>
          </a:bodyPr>
          <a:lstStyle/>
          <a:p>
            <a:endParaRPr lang="fr-FR"/>
          </a:p>
        </p:txBody>
      </p:sp>
      <p:pic>
        <p:nvPicPr>
          <p:cNvPr id="9" name="Image 8" descr="Une image contenant Graphique, symbole&#10;&#10;Description générée automatiquement">
            <a:extLst>
              <a:ext uri="{FF2B5EF4-FFF2-40B4-BE49-F238E27FC236}">
                <a16:creationId xmlns:a16="http://schemas.microsoft.com/office/drawing/2014/main" id="{FD3C5F65-2C6D-41D8-4E1C-DA29149430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9" y="369381"/>
            <a:ext cx="625758" cy="534243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14641567-B85D-FD37-99D7-5684BE1C8802}"/>
              </a:ext>
            </a:extLst>
          </p:cNvPr>
          <p:cNvSpPr txBox="1">
            <a:spLocks/>
          </p:cNvSpPr>
          <p:nvPr/>
        </p:nvSpPr>
        <p:spPr>
          <a:xfrm>
            <a:off x="241199" y="1366942"/>
            <a:ext cx="5684115" cy="1437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rgbClr val="08428C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7E33102-1947-25A2-0A3D-A2FF199B7688}"/>
              </a:ext>
            </a:extLst>
          </p:cNvPr>
          <p:cNvGrpSpPr/>
          <p:nvPr/>
        </p:nvGrpSpPr>
        <p:grpSpPr>
          <a:xfrm>
            <a:off x="6741548" y="2516403"/>
            <a:ext cx="10617312" cy="323165"/>
            <a:chOff x="7042890" y="1443789"/>
            <a:chExt cx="10617312" cy="323165"/>
          </a:xfrm>
        </p:grpSpPr>
        <p:pic>
          <p:nvPicPr>
            <p:cNvPr id="31" name="Image 30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CFAD0449-7DBD-1090-B341-BC10C44A8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2890" y="1496086"/>
              <a:ext cx="248601" cy="212244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983C753A-C171-E329-BD8B-742268255584}"/>
                </a:ext>
              </a:extLst>
            </p:cNvPr>
            <p:cNvSpPr txBox="1"/>
            <p:nvPr/>
          </p:nvSpPr>
          <p:spPr>
            <a:xfrm>
              <a:off x="7344597" y="1443789"/>
              <a:ext cx="1031560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/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883079C2-1D82-A908-1369-C57359103FCE}"/>
              </a:ext>
            </a:extLst>
          </p:cNvPr>
          <p:cNvSpPr txBox="1"/>
          <p:nvPr/>
        </p:nvSpPr>
        <p:spPr>
          <a:xfrm>
            <a:off x="6287026" y="3151599"/>
            <a:ext cx="117597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E921FD2F-BA51-28AE-1554-F0C1EFE9C7A3}"/>
              </a:ext>
            </a:extLst>
          </p:cNvPr>
          <p:cNvGrpSpPr/>
          <p:nvPr/>
        </p:nvGrpSpPr>
        <p:grpSpPr>
          <a:xfrm>
            <a:off x="6741548" y="5415425"/>
            <a:ext cx="8762873" cy="323165"/>
            <a:chOff x="7041235" y="6433983"/>
            <a:chExt cx="8762873" cy="323165"/>
          </a:xfrm>
        </p:grpSpPr>
        <p:pic>
          <p:nvPicPr>
            <p:cNvPr id="2" name="Image 1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8519C49A-2302-306C-2917-16920A753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38124D3F-6DA7-67AF-E3C2-99F9257F774B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/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8E1A7C64-563D-723F-0815-7E2B89689351}"/>
              </a:ext>
            </a:extLst>
          </p:cNvPr>
          <p:cNvSpPr txBox="1"/>
          <p:nvPr/>
        </p:nvSpPr>
        <p:spPr>
          <a:xfrm>
            <a:off x="6321169" y="5909094"/>
            <a:ext cx="117597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5D72AF6-6CC2-72E0-4B85-55D34AEB1410}"/>
              </a:ext>
            </a:extLst>
          </p:cNvPr>
          <p:cNvGrpSpPr/>
          <p:nvPr/>
        </p:nvGrpSpPr>
        <p:grpSpPr>
          <a:xfrm>
            <a:off x="6741548" y="8313613"/>
            <a:ext cx="8762873" cy="323165"/>
            <a:chOff x="7041235" y="6433983"/>
            <a:chExt cx="8762873" cy="323165"/>
          </a:xfrm>
        </p:grpSpPr>
        <p:pic>
          <p:nvPicPr>
            <p:cNvPr id="13" name="Image 12" descr="Une image contenant Graphique, symbole&#10;&#10;Description générée automatiquement">
              <a:extLst>
                <a:ext uri="{FF2B5EF4-FFF2-40B4-BE49-F238E27FC236}">
                  <a16:creationId xmlns:a16="http://schemas.microsoft.com/office/drawing/2014/main" id="{40BD59D1-81A5-DF66-EF05-5D4F46C36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1235" y="6479709"/>
              <a:ext cx="248601" cy="212244"/>
            </a:xfrm>
            <a:prstGeom prst="rect">
              <a:avLst/>
            </a:prstGeom>
          </p:spPr>
        </p:pic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0390267-ABC5-E5DC-C72D-51352886D768}"/>
                </a:ext>
              </a:extLst>
            </p:cNvPr>
            <p:cNvSpPr txBox="1"/>
            <p:nvPr/>
          </p:nvSpPr>
          <p:spPr>
            <a:xfrm>
              <a:off x="7380694" y="6433983"/>
              <a:ext cx="842341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/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F966A108-DDD2-48FD-1EEB-9829A6D9BABD}"/>
              </a:ext>
            </a:extLst>
          </p:cNvPr>
          <p:cNvSpPr txBox="1"/>
          <p:nvPr/>
        </p:nvSpPr>
        <p:spPr>
          <a:xfrm>
            <a:off x="6321168" y="8786501"/>
            <a:ext cx="1175977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89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lice V4F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ee0757a-0ac6-4a2e-9843-8a59f931861a">
      <Terms xmlns="http://schemas.microsoft.com/office/infopath/2007/PartnerControls"/>
    </lcf76f155ced4ddcb4097134ff3c332f>
    <TaxCatchAll xmlns="edeef852-4ecb-4bf8-b13c-e5dd978662c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FD1879036EC40823A2D557A9DC900" ma:contentTypeVersion="10" ma:contentTypeDescription="Crée un document." ma:contentTypeScope="" ma:versionID="447c1128eb8b16222e900df2d99dfe9f">
  <xsd:schema xmlns:xsd="http://www.w3.org/2001/XMLSchema" xmlns:xs="http://www.w3.org/2001/XMLSchema" xmlns:p="http://schemas.microsoft.com/office/2006/metadata/properties" xmlns:ns2="bee0757a-0ac6-4a2e-9843-8a59f931861a" xmlns:ns3="edeef852-4ecb-4bf8-b13c-e5dd978662ce" targetNamespace="http://schemas.microsoft.com/office/2006/metadata/properties" ma:root="true" ma:fieldsID="d54b04025e8166b8dc9434abf733c750" ns2:_="" ns3:_="">
    <xsd:import namespace="bee0757a-0ac6-4a2e-9843-8a59f931861a"/>
    <xsd:import namespace="edeef852-4ecb-4bf8-b13c-e5dd9786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e0757a-0ac6-4a2e-9843-8a59f93186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72febf8c-fc89-4cfa-92d6-a6e6e782d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eef852-4ecb-4bf8-b13c-e5dd978662c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df19572-653d-48fc-bd09-023030e82308}" ma:internalName="TaxCatchAll" ma:showField="CatchAllData" ma:web="edeef852-4ecb-4bf8-b13c-e5dd9786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4307F9-8942-487D-9EF5-6086C9FA49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BAAE4C-35E2-4480-9F7A-A708AACCFD53}">
  <ds:schemaRefs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4a8e90d-6aeb-43cb-88b9-21d6411033c4"/>
    <ds:schemaRef ds:uri="http://schemas.microsoft.com/office/2006/metadata/properties"/>
    <ds:schemaRef ds:uri="98fcb858-e751-4f31-a038-d199690e0c70"/>
    <ds:schemaRef ds:uri="92aee157-ef1c-4c4e-87a9-3a4f0e23b540"/>
    <ds:schemaRef ds:uri="bee0757a-0ac6-4a2e-9843-8a59f931861a"/>
    <ds:schemaRef ds:uri="edeef852-4ecb-4bf8-b13c-e5dd978662ce"/>
  </ds:schemaRefs>
</ds:datastoreItem>
</file>

<file path=customXml/itemProps3.xml><?xml version="1.0" encoding="utf-8"?>
<ds:datastoreItem xmlns:ds="http://schemas.openxmlformats.org/officeDocument/2006/customXml" ds:itemID="{414298E8-F03B-48BA-8075-6B47CC5945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e0757a-0ac6-4a2e-9843-8a59f931861a"/>
    <ds:schemaRef ds:uri="edeef852-4ecb-4bf8-b13c-e5dd978662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Personnalisé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Calibri</vt:lpstr>
      <vt:lpstr>Arial</vt:lpstr>
      <vt:lpstr>Montserrat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V4F - Presentation Générique.pdf</dc:title>
  <dc:creator>Anas TOUMI</dc:creator>
  <cp:lastModifiedBy>christian gae</cp:lastModifiedBy>
  <cp:revision>70</cp:revision>
  <dcterms:created xsi:type="dcterms:W3CDTF">2006-08-16T00:00:00Z</dcterms:created>
  <dcterms:modified xsi:type="dcterms:W3CDTF">2025-09-22T15:35:38Z</dcterms:modified>
  <dc:identifier>DAGUMcz4deo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0x010100558FD1879036EC40823A2D557A9DC900</vt:lpwstr>
  </property>
  <property fmtid="{D5CDD505-2E9C-101B-9397-08002B2CF9AE}" pid="3" name="MediaServiceImageTags">
    <vt:lpwstr/>
  </property>
</Properties>
</file>